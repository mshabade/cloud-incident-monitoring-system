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Cloud Incident Monitoring and</a:t>
            </a:r>
            <a:br/>
            <a:r>
              <a:t>Response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B9IS109 — Web Development for Information Systems</a:t>
            </a:r>
          </a:p>
          <a:p>
            <a:pPr>
              <a:spcAft>
                <a:spcPts val="800"/>
              </a:spcAft>
              <a:defRPr sz="2000"/>
            </a:pPr>
            <a:r>
              <a:t>Mahendra Shabade | Level 9</a:t>
            </a:r>
          </a:p>
          <a:p>
            <a:pPr>
              <a:spcAft>
                <a:spcPts val="800"/>
              </a:spcAft>
              <a:defRPr sz="2000"/>
            </a:pPr>
            <a:r>
              <a:t>Module Leader: Obinna Izima</a:t>
            </a:r>
          </a:p>
          <a:p>
            <a:pPr>
              <a:spcAft>
                <a:spcPts val="800"/>
              </a:spcAft>
              <a:defRPr sz="2000"/>
            </a:pPr>
            <a:r>
              <a:t>[Insert your public GitHub repository URL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Full-Stack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Full-stack web IS: frontend + API + MongoDB + cloud deploy</a:t>
            </a:r>
          </a:p>
          <a:p>
            <a:pPr>
              <a:spcAft>
                <a:spcPts val="800"/>
              </a:spcAft>
              <a:defRPr sz="2000"/>
            </a:pPr>
            <a:r>
              <a:t>• Track cloud incidents, SLA, teams, root cause, resolution</a:t>
            </a:r>
          </a:p>
          <a:p>
            <a:pPr>
              <a:spcAft>
                <a:spcPts val="800"/>
              </a:spcAft>
              <a:defRPr sz="2000"/>
            </a:pPr>
            <a:r>
              <a:t>• Node.js, Express, JWT, Socket.IO, Chart.js</a:t>
            </a:r>
          </a:p>
          <a:p>
            <a:pPr>
              <a:spcAft>
                <a:spcPts val="800"/>
              </a:spcAft>
              <a:defRPr sz="2000"/>
            </a:pPr>
            <a:r>
              <a:t>• Deployed on AWS EC2 with Nginx and PM2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Client-server: HTML/JS client → Express API → MongoDB Atlas</a:t>
            </a:r>
          </a:p>
          <a:p>
            <a:pPr>
              <a:spcAft>
                <a:spcPts val="800"/>
              </a:spcAft>
              <a:defRPr sz="2000"/>
            </a:pPr>
            <a:r>
              <a:t>• Socket.IO for live updates across browser sessions</a:t>
            </a:r>
          </a:p>
          <a:p>
            <a:pPr>
              <a:spcAft>
                <a:spcPts val="800"/>
              </a:spcAft>
              <a:defRPr sz="2000"/>
            </a:pPr>
            <a:r>
              <a:t>• Deployed: Nginx → PM2 → Node.js on AWS EC2</a:t>
            </a:r>
          </a:p>
          <a:p>
            <a:pPr>
              <a:spcAft>
                <a:spcPts val="800"/>
              </a:spcAft>
              <a:defRPr sz="2000"/>
            </a:pPr>
            <a:r>
              <a:t>• Folders: client/, server/, deploy/, docs/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CRUD on Incidents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POST /api/incidents — create (User, Admin)</a:t>
            </a:r>
          </a:p>
          <a:p>
            <a:pPr>
              <a:spcAft>
                <a:spcPts val="800"/>
              </a:spcAft>
              <a:defRPr sz="2000"/>
            </a:pPr>
            <a:r>
              <a:t>• GET /api/incidents — list, search, filter, paginate</a:t>
            </a:r>
          </a:p>
          <a:p>
            <a:pPr>
              <a:spcAft>
                <a:spcPts val="800"/>
              </a:spcAft>
              <a:defRPr sz="2000"/>
            </a:pPr>
            <a:r>
              <a:t>• PUT /api/incidents/:id — update status, RCA</a:t>
            </a:r>
          </a:p>
          <a:p>
            <a:pPr>
              <a:spcAft>
                <a:spcPts val="800"/>
              </a:spcAft>
              <a:defRPr sz="2000"/>
            </a:pPr>
            <a:r>
              <a:t>• DELETE /api/incidents/:id — Admin only</a:t>
            </a:r>
          </a:p>
          <a:p>
            <a:pPr>
              <a:spcAft>
                <a:spcPts val="800"/>
              </a:spcAft>
              <a:defRPr sz="2000"/>
            </a:pPr>
            <a:r>
              <a:t>• Auto ID: INC-2026-#### with SLA deadlines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Extra Features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Dashboard with Chart.js KPIs and charts</a:t>
            </a:r>
          </a:p>
          <a:p>
            <a:pPr>
              <a:spcAft>
                <a:spcPts val="800"/>
              </a:spcAft>
              <a:defRPr sz="2000"/>
            </a:pPr>
            <a:r>
              <a:t>• Webhook ingestion for cloud alerts</a:t>
            </a:r>
          </a:p>
          <a:p>
            <a:pPr>
              <a:spcAft>
                <a:spcPts val="800"/>
              </a:spcAft>
              <a:defRPr sz="2000"/>
            </a:pPr>
            <a:r>
              <a:t>• JWT + RBAC (Guest / User / Administrator)</a:t>
            </a:r>
          </a:p>
          <a:p>
            <a:pPr>
              <a:spcAft>
                <a:spcPts val="800"/>
              </a:spcAft>
              <a:defRPr sz="2000"/>
            </a:pPr>
            <a:r>
              <a:t>• Helmet, rate limits, bcrypt, validation</a:t>
            </a:r>
          </a:p>
          <a:p>
            <a:pPr>
              <a:spcAft>
                <a:spcPts val="800"/>
              </a:spcAft>
              <a:defRPr sz="2000"/>
            </a:pPr>
            <a:r>
              <a:t>• Responsive CSS for tablet and mobile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Demo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Login → Dashboard → Create incident → Update status</a:t>
            </a:r>
          </a:p>
          <a:p>
            <a:pPr>
              <a:spcAft>
                <a:spcPts val="800"/>
              </a:spcAft>
              <a:defRPr sz="2000"/>
            </a:pPr>
            <a:r>
              <a:t>• Show timeline, SLA timer, live list refresh</a:t>
            </a:r>
          </a:p>
          <a:p>
            <a:pPr>
              <a:spcAft>
                <a:spcPts val="800"/>
              </a:spcAft>
              <a:defRPr sz="2000"/>
            </a:pPr>
            <a:r>
              <a:t>• Manual testing + EC2 deployment completed</a:t>
            </a:r>
          </a:p>
          <a:p>
            <a:pPr>
              <a:spcAft>
                <a:spcPts val="800"/>
              </a:spcAft>
              <a:defRPr sz="2000"/>
            </a:pPr>
            <a:r>
              <a:t>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