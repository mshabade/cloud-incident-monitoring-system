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module, and project. Mention this is a full-stack incident register for cloud ops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business problem first, then map each objective to a report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diagram. Say backend owns validation and auth; frontend only calls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incidentRoutes.js in IDE if asked. Show createIncident and restrictTo on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the dashboard live. Open second browser to show real-time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guest gets 403 on delete. Mention webhook for external API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demo confidently. If asked where code lives, open docs/demo-code-guide.md.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12191695" cy="2926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12191695" cy="64008"/>
          </a:xfrm>
          <a:prstGeom prst="rect">
            <a:avLst/>
          </a:prstGeom>
          <a:solidFill>
            <a:srgbClr val="2BA8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Cloud Incident Monitoring
and Response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BA8B8"/>
                </a:solidFill>
                <a:latin typeface="Calibri"/>
              </a:rPr>
              <a:t>Mahendra Shabade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B9IS109 — Full Stack Web Development  |  Assessment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A8B8"/>
                </a:solidFill>
                <a:latin typeface="Calibri"/>
              </a:rPr>
              <a:t>7-slide deck | Updated 2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BBDD"/>
                </a:solidFill>
                <a:latin typeface="Calibri"/>
              </a:rPr>
              <a:t>github.com/MShabade/cloud-incident-monitoring-system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Calibri"/>
              </a:rPr>
              <a:t>Mahendra Shabade  |  B9IS109  |  Cloud Incident Monitoring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562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E3A5F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B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CCDDEE"/>
                </a:solidFill>
                <a:latin typeface="Calibri"/>
              </a:rPr>
              <a:t>Why this project and what it must deliver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148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Problem: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Alerts from AWS, Azure, and GCP still need one shared response register (PagerDuty, 2024).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Solution: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Full-stack web app — login, CRUD, dashboard, audit timeline, cloud deploy.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Objectives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REST client–server architecture (Fielding, 2000)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MongoDB document store for nested timelines (MongoDB Inc., 2025)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JWT auth + RBAC (Guest / User / Administrator)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Real-time updates via Socket.IO + AWS EC2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Calibri"/>
              </a:rPr>
              <a:t>Mahendra Shabade  |  B9IS109  |  Cloud Incident Monitoring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562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E3A5F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B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CCDDEE"/>
                </a:solidFill>
                <a:latin typeface="Calibri"/>
              </a:rPr>
              <a:t>Three-tier SPA + REST API + MongoDB 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029200" cy="5148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Browser SPA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Vanilla JS modules, Fetch API, Chart.js (Mozilla Developer Network, 2024a)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Express API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Routes → Controllers → Mongoose models (Express.js, 2025)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Production path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Nginx :80 → PM2 → Node :5000 → MongoDB Atlas</a:t>
            </a:r>
          </a:p>
        </p:txBody>
      </p:sp>
      <p:pic>
        <p:nvPicPr>
          <p:cNvPr id="7" name="Picture 6" descr="02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34440"/>
            <a:ext cx="5897880" cy="27523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Calibri"/>
              </a:rPr>
              <a:t>Mahendra Shabade  |  B9IS109  |  Cloud Incident Monitoring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E3A5F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B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CRUD &amp;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CCDDEE"/>
                </a:solidFill>
                <a:latin typeface="Calibri"/>
              </a:rPr>
              <a:t>Report §5–§6 — core incident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120640" cy="5148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Incident document (MongoDB)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incidentId, severity, status, cloudProvider, timeline[], comments[]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REST endpoints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POST /api/incidents — Create (201)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GET /api/incidents — Read list with search &amp; pagination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PUT /api/incidents/:id — Update + timeline entry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DELETE /api/incidents/:id — Admin only (403 for others)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Code: server/routes/incidentRoutes.js → incidentController.js</a:t>
            </a:r>
          </a:p>
        </p:txBody>
      </p:sp>
      <p:pic>
        <p:nvPicPr>
          <p:cNvPr id="7" name="Picture 6" descr="03-inciden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88720"/>
            <a:ext cx="5897880" cy="36861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Calibri"/>
              </a:rPr>
              <a:t>Mahendra Shabade  |  B9IS109  |  Cloud Incident Monitoring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E3A5F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B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Dashboard &amp;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CCDDEE"/>
                </a:solidFill>
                <a:latin typeface="Calibri"/>
              </a:rPr>
              <a:t>Report §7 — operational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120640" cy="5148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KPI cards — active incidents, MTTR, availability, error rate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Chart.js graphs — trends, latency, CPU, memory (Chart.js, 2025)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Socket.IO — live refresh when any user creates/updates (Socket.IO, 2025)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SLA countdown + full timeline on incident detail page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Code: client/js/dashboard.js + server/controllers/incidentController.js (getMetrics)</a:t>
            </a:r>
          </a:p>
        </p:txBody>
      </p:sp>
      <p:pic>
        <p:nvPicPr>
          <p:cNvPr id="7" name="Picture 6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88720"/>
            <a:ext cx="5897880" cy="36861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Calibri"/>
              </a:rPr>
              <a:t>Mahendra Shabade  |  B9IS109  |  Cloud Incident Monitoring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E3A5F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B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Security, Testing &amp;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CCDDEE"/>
                </a:solidFill>
                <a:latin typeface="Calibri"/>
              </a:rPr>
              <a:t>Report §8–§9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148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Security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JWT login, bcrypt passwords, Helmet, rate limiting (Helmet, 2025; OWASP, 2021)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Server-side RBAC — protect + restrictTo middleware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External integration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POST /api/incidents/webhook — CloudWatch/Azure alerts via shared secret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Optional COST_API_URL for billing data with offline fallback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Testing</a:t>
            </a:r>
          </a:p>
          <a:p>
            <a:pPr lvl="1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Manual E2E — login, CRUD, RBAC 403, webhook curl, /api/health on EC2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Code: authMiddleware.js, webhookAuth.js, server/server.js</a:t>
            </a:r>
          </a:p>
        </p:txBody>
      </p:sp>
      <p:pic>
        <p:nvPicPr>
          <p:cNvPr id="7" name="Picture 6" descr="05-incid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303520" cy="3314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Calibri"/>
              </a:rPr>
              <a:t>Mahendra Shabade  |  B9IS109  |  Cloud Incident Monitoring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E3A5F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B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Live Demo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CCDDEE"/>
                </a:solidFill>
                <a:latin typeface="Calibri"/>
              </a:rPr>
              <a:t>Code guide: docs/demo-code-guide.md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E3A5F"/>
                </a:solidFill>
                <a:latin typeface="Calibri"/>
              </a:rPr>
              <a:t>Live demo flow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1. Login as engineer@platform.com (User)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2. Dashboard → Incidents → Create → Update status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3. Logout → ops@platform.com (Admin) → Delete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4. Show code: incidentRoutes.js + authMiddleware.js</a:t>
            </a:r>
          </a:p>
          <a:p>
            <a:pPr>
              <a:spcAft>
                <a:spcPts val="400"/>
              </a:spcAft>
            </a:pPr>
            <a:r>
              <a:rPr sz="6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E3A5F"/>
                </a:solidFill>
                <a:latin typeface="Calibri"/>
              </a:rPr>
              <a:t>Demo accounts (password: SecurePassword123)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ops@platform.com — Admin  |  engineer@platform.com — User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guest@platform.com — Guest (read-only)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14300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E3A5F"/>
                </a:solidFill>
                <a:latin typeface="Calibri"/>
              </a:rPr>
              <a:t>Key references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Fielding, R.T. (2000) </a:t>
            </a:r>
            <a:r>
              <a:rPr sz="1100" b="0" i="1">
                <a:solidFill>
                  <a:srgbClr val="222222"/>
                </a:solidFill>
                <a:latin typeface="Calibri"/>
              </a:rPr>
              <a:t>Architectural Styles and the Design of Network-based Software Architectures.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MongoDB Inc. (2025) </a:t>
            </a:r>
            <a:r>
              <a:rPr sz="1100" b="0" i="1">
                <a:solidFill>
                  <a:srgbClr val="222222"/>
                </a:solidFill>
                <a:latin typeface="Calibri"/>
              </a:rPr>
              <a:t>MongoDB Atlas Documentation.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Express.js (2025) </a:t>
            </a:r>
            <a:r>
              <a:rPr sz="1100" b="0" i="1">
                <a:solidFill>
                  <a:srgbClr val="222222"/>
                </a:solidFill>
                <a:latin typeface="Calibri"/>
              </a:rPr>
              <a:t>Express Documentation.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Socket.IO (2025) </a:t>
            </a:r>
            <a:r>
              <a:rPr sz="1100" b="0" i="1">
                <a:solidFill>
                  <a:srgbClr val="222222"/>
                </a:solidFill>
                <a:latin typeface="Calibri"/>
              </a:rPr>
              <a:t>Socket.IO Documentation.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Chart.js (2025) </a:t>
            </a:r>
            <a:r>
              <a:rPr sz="1100" b="0" i="1">
                <a:solidFill>
                  <a:srgbClr val="222222"/>
                </a:solidFill>
                <a:latin typeface="Calibri"/>
              </a:rPr>
              <a:t>Chart.js Documentation.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PagerDuty (2024) </a:t>
            </a:r>
            <a:r>
              <a:rPr sz="1100" b="0" i="1">
                <a:solidFill>
                  <a:srgbClr val="222222"/>
                </a:solidFill>
                <a:latin typeface="Calibri"/>
              </a:rPr>
              <a:t>PagerDuty Documentation.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55555"/>
                </a:solidFill>
                <a:latin typeface="Calibri"/>
              </a:rPr>
              <a:t>Mahendra Shabade  |  B9IS109  |  Cloud Incident Monitoring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E3A5F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